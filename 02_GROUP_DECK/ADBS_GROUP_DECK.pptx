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20):</a:t>
            </a:r>
          </a:p>
          <a:p>
            <a:r>
              <a:t>Dollar set can even change the type of a field. Before: John, as on the last slide. 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20):</a:t>
            </a:r>
          </a:p>
          <a:p>
            <a:r>
              <a:t>(No new words. Let the class read this slide, then click.)</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(No new words. Let the class read this slide, then click.)</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In Compass press Ctrl and = until the text is big. Win + Shift + S, then click the box's edge, Delete,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1</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2</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8" name="EXEMPT_PASTE"/>
          <p:cNvSpPr/>
          <p:nvPr/>
        </p:nvSpPr>
        <p:spPr>
          <a:xfrm>
            <a:off x="411480" y="3714496"/>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9" name="Rectangle 8"/>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3</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4</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2 min 22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5</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59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Zoom in (Ctrl + =). Screenshot the reply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AF95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14202E"/>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14202E"/>
                </a:solidFill>
                <a:latin typeface="Arial"/>
              </a:rPr>
              <a:t>6</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Zoom in (Ctrl + =). Screenshot the result (Win + Shift + S). Click this box's edge, Delete,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951C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7</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0"/>
            <a:ext cx="3657600" cy="6858000"/>
          </a:xfrm>
          <a:prstGeom prst="rect">
            <a:avLst/>
          </a:prstGeom>
          <a:solidFill>
            <a:srgbClr val="2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0" y="0"/>
            <a:ext cx="146304" cy="6858000"/>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803904" y="5989320"/>
            <a:ext cx="8387791" cy="201168"/>
          </a:xfrm>
          <a:prstGeom prst="rect">
            <a:avLst/>
          </a:prstGeom>
          <a:solidFill>
            <a:srgbClr val="4C7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803904" y="6190488"/>
            <a:ext cx="8387791" cy="54864"/>
          </a:xfrm>
          <a:prstGeom prst="rect">
            <a:avLst/>
          </a:prstGeom>
          <a:solidFill>
            <a:srgbClr val="E1D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320040"/>
            <a:ext cx="310896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Arial"/>
              </a:rPr>
              <a:t>PART</a:t>
            </a:r>
          </a:p>
        </p:txBody>
      </p:sp>
      <p:sp>
        <p:nvSpPr>
          <p:cNvPr id="7" name="TextBox 6"/>
          <p:cNvSpPr txBox="1"/>
          <p:nvPr/>
        </p:nvSpPr>
        <p:spPr>
          <a:xfrm>
            <a:off x="182880" y="731520"/>
            <a:ext cx="3383280" cy="3108960"/>
          </a:xfrm>
          <a:prstGeom prst="rect">
            <a:avLst/>
          </a:prstGeom>
          <a:noFill/>
        </p:spPr>
        <p:txBody>
          <a:bodyPr wrap="square" anchor="t" lIns="0" rIns="0" tIns="0" bIns="0">
            <a:spAutoFit/>
          </a:bodyPr>
          <a:lstStyle/>
          <a:p>
            <a:pPr algn="l">
              <a:lnSpc>
                <a:spcPct val="100000"/>
              </a:lnSpc>
            </a:pPr>
            <a:r>
              <a:rPr sz="22000" b="1">
                <a:solidFill>
                  <a:srgbClr val="FFFFFF"/>
                </a:solidFill>
                <a:latin typeface="Arial"/>
              </a:rPr>
              <a:t>8</a:t>
            </a:r>
          </a:p>
        </p:txBody>
      </p:sp>
      <p:sp>
        <p:nvSpPr>
          <p:cNvPr id="8" name="TextBox 7"/>
          <p:cNvSpPr txBox="1"/>
          <p:nvPr/>
        </p:nvSpPr>
        <p:spPr>
          <a:xfrm>
            <a:off x="4206240" y="502920"/>
            <a:ext cx="758952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9" name="TextBox 8"/>
          <p:cNvSpPr txBox="1"/>
          <p:nvPr/>
        </p:nvSpPr>
        <p:spPr>
          <a:xfrm>
            <a:off x="4206240" y="2697480"/>
            <a:ext cx="758952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10" name="TextBox 9"/>
          <p:cNvSpPr txBox="1"/>
          <p:nvPr/>
        </p:nvSpPr>
        <p:spPr>
          <a:xfrm>
            <a:off x="4206240" y="3703320"/>
            <a:ext cx="758952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11" name="EXEMPT_PROGRESS"/>
          <p:cNvSpPr txBox="1"/>
          <p:nvPr/>
        </p:nvSpPr>
        <p:spPr>
          <a:xfrm>
            <a:off x="4206240" y="4983480"/>
            <a:ext cx="758952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