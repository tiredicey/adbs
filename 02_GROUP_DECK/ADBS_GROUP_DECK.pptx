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250 words, about 1 min 55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insertMany adds many documents with one command. We pass an array, in square brackets. Before: only Stand by Me. 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Now an error on purpose. 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21):</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21):</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21):</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21):</a:t>
            </a:r>
          </a:p>
          <a:p>
            <a:r>
              <a:t>(No new words. Let the class read this slide, then click.)</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21):</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21):</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21):</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21):</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21):</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21):</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21):</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21):</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21):</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21):</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21):</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21):</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21):</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21 of 21):</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Square brackets make an array. Before: the food collection is empty.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Shared group deck · Part 1 is done · Parts 2-8: fill the orange boxes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Win + Shift + S. Click the box's edge, press Delete, then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1 min 55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db.movies.insertOne({"title" : "Stand by Me"})</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090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090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005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09088"/>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00528"/>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3015487"/>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282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19727"/>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db.movies.deleteOne({"_id" : 4})</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41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32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db.movies.deleteMany({"year" : 1985})</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090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21 slides · about 2 min 08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db.users.findOne({"name" : "Joe"})</a:t>
            </a:r>
          </a:p>
        </p:txBody>
      </p:sp>
      <p:sp>
        <p:nvSpPr>
          <p:cNvPr id="6" name="EXEMPT_PASTE"/>
          <p:cNvSpPr/>
          <p:nvPr/>
        </p:nvSpPr>
        <p:spPr>
          <a:xfrm>
            <a:off x="411480" y="2202688"/>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p:txBody>
      </p:sp>
      <p:sp>
        <p:nvSpPr>
          <p:cNvPr id="6" name="EXEMPT_PASTE"/>
          <p:cNvSpPr/>
          <p:nvPr/>
        </p:nvSpPr>
        <p:spPr>
          <a:xfrm>
            <a:off x="411480" y="3015487"/>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p:txBody>
      </p:sp>
      <p:sp>
        <p:nvSpPr>
          <p:cNvPr id="6" name="EXEMPT_PASTE"/>
          <p:cNvSpPr/>
          <p:nvPr/>
        </p:nvSpPr>
        <p:spPr>
          <a:xfrm>
            <a:off x="411480" y="34218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21 of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 : 18}})</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14496"/>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059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{"$lte" : 18}})</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EXEMPT_PASTE"/>
          <p:cNvSpPr/>
          <p:nvPr/>
        </p:nvSpPr>
        <p:spPr>
          <a:xfrm>
            <a:off x="411480" y="1097280"/>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 : 30}})</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14496"/>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059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30}})</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EXEMPT_PASTE"/>
          <p:cNvSpPr/>
          <p:nvPr/>
        </p:nvSpPr>
        <p:spPr>
          <a:xfrm>
            <a:off x="411480" y="1097280"/>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18, "$lte" : 30}})</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22 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p:txBody>
      </p:sp>
      <p:sp>
        <p:nvSpPr>
          <p:cNvPr id="6" name="EXEMPT_PASTE"/>
          <p:cNvSpPr/>
          <p:nvPr/>
        </p:nvSpPr>
        <p:spPr>
          <a:xfrm>
            <a:off x="411480" y="26090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26 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p:txBody>
      </p:sp>
      <p:sp>
        <p:nvSpPr>
          <p:cNvPr id="6" name="EXEMPT_PASTE"/>
          <p:cNvSpPr/>
          <p:nvPr/>
        </p:nvSpPr>
        <p:spPr>
          <a:xfrm>
            <a:off x="411480" y="4234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{$all : ["apple",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db.food.find({"fruit.2" : "peach"})</a:t>
            </a:r>
          </a:p>
        </p:txBody>
      </p:sp>
      <p:sp>
        <p:nvSpPr>
          <p:cNvPr id="6" name="EXEMPT_PASTE"/>
          <p:cNvSpPr/>
          <p:nvPr/>
        </p:nvSpPr>
        <p:spPr>
          <a:xfrm>
            <a:off x="411480" y="22026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{"$size" : 3}})</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10 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