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20):</a:t>
            </a:r>
          </a:p>
          <a:p>
            <a:r>
              <a:t>Dollar set can even change the type of a field. Before: John, as on the last slide. 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20):</a:t>
            </a:r>
          </a:p>
          <a:p>
            <a:r>
              <a:t>(No new words. Let the class read this slide, then click.)</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(No new words. Let the class read this slide, then click.)</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In Compass press Ctrl and = until the text is big. Win + Shift + S, then click the box's edge, Delete,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1</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2</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8" name="EXEMPT_PASTE"/>
          <p:cNvSpPr/>
          <p:nvPr/>
        </p:nvSpPr>
        <p:spPr>
          <a:xfrm>
            <a:off x="411480" y="3714496"/>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9" name="Rectangle 8"/>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3</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4</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2 min 22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5</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59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6</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7</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8</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